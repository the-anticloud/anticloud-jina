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2026-10-02T09:27:24.774197Z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2bc5f1aa484742767db94a2d20d8875d55b6885bc89df86fc350d00c69281765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2026-10-02T09:27:24.774197Z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