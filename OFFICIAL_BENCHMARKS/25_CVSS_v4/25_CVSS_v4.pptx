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2026-10-02T09:27:28.538655Z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f9c41a9925f3b838549064bcf3f2ab795b05a9a35d065a2da17dede9f568fc69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2026-10-02T09:27:28.538655Z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