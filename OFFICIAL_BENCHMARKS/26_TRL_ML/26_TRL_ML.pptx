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26 Trl 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2026-10-02T09:27:28.700563Z | Framework ID: 26_TRL_ML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Nature Commun. 2022, doi:10.1038/s41467-022-33128-9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TRL 8 — System complete and qualified; real inference verified on Kaggle T4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TRL 8/9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27B: real GGUF inference on T4 GPU confirmed. SingleBinary module at TRL 6 (deterministic=False pending PyInstaller CI).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95b938429592963aa8ee3339493d48e01bb3f79c8f84dcfeb832008617b306ff</a:t>
            </a:r>
          </a:p>
          <a:p>
            <a:r>
              <a:rPr sz="1000">
                <a:solidFill>
                  <a:srgbClr val="222222"/>
                </a:solidFill>
              </a:rPr>
              <a:t>  SHA3-256 (chain) | 479fa95bc7ea5d6f8e8185d0adc6068581db5823d744a80e199e0facec74cf9b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2026-10-02T09:27:28.700563Z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